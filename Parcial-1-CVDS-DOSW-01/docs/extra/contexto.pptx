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D051E-B77A-46D7-D58F-ECEC97D3D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9A1D37-5333-71AA-E744-DF647500A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86ABEA-25A2-D676-CB00-847A1C4D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0E729A-9EC1-60E1-7A70-C466041B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8F34A-04EA-3108-94B5-1115EA5E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592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4F28D-F1AD-290E-B849-1F1AF713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4B429D-125F-565D-632E-A2D3C61A2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C66DFF-C263-CDFD-9CCB-70440E60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56599-1018-0617-2F4F-ADFDCF11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4343A1-954B-8963-995B-2B783F7F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08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0E3D9-CC89-3531-A438-7B2350A52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97F6DA-8866-6A6F-E382-3F2859CF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7C0CF-6990-C3C7-46DA-149E5374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E89640-D7A2-6003-02F2-36B5DE41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A02FFE-8CCE-B135-F557-AC431D55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017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C4D1D-2E6E-64C5-326C-9916D42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7BC8D7-2D76-5E6F-4FF2-EE0C8513B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904248-8CAA-962D-C784-0A59E3D54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5EACE2-835A-58B2-36B4-AB873C58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8193BE-DF28-2F52-9C19-DB259441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7815DF-4EB4-81C8-5EC1-9274A51E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716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52C99-ACE5-5A72-DA2D-3F195595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4A91D8-E1F2-FA6E-DCDB-8A291B7DA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3CCC13-9332-54CF-E25C-6EB40C1BE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34B17A-3DEC-CADC-E928-7704D6A5E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0AAD7A-4547-0A7F-C308-7B136DE53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D99ED5-7FA1-D4F8-88FB-92A78C14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B4BE21-1776-C8F9-E65F-385AC66A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610D77-F823-D9BA-412F-CA26B04C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447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BA7FA-AA3C-6F41-B232-9082A1B5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1E756E-B371-0805-6BB2-54A46269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C07AA-EC87-EFD1-BC1C-D9CD808D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D31727-C23B-976B-47A2-153F0A3B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93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121258-3076-1029-C770-1D036E43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F09567-6237-BE2D-C924-035C03C5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F77C65-41AB-B456-8A1E-86502C41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043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3B691-0A07-5802-A7D6-388B590A3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950D20-B843-0F4F-885C-4D6D3E7D8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B84812-82CE-4CB2-1CA2-727CFD718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B809C9-D6C5-F31B-2CCA-75571498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99ACFF-8C7F-ECD6-E9D5-F102A3D4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CEF445-2442-EE2B-34E2-74FC8EDC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237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1905A-A6D8-91B5-AD5E-CA3AC27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9D41EE1-A051-70E4-31F2-648EDA6E2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A46BEF-0694-98FB-ECB2-97F98F1B8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F49DF4-32C7-7B63-4C18-6A4E9337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D0D79F-A5B6-007B-876E-BAE5FB487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5CFC48-C148-8661-D45E-6A64EA19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212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3BDE5-51C6-87DA-B0F8-2D9A0557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208FDD-A782-0E5D-7AAA-A737071EB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082657-C377-46F0-FBC4-029EB3F6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33DB27-6CB8-5A86-BE69-087A056B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769171-4F93-82C1-0917-E5D94AF2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180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E9A3F7-9C54-1927-DE5A-1881C5215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220116-9E40-115C-7749-F656DBDC5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A5E1C8-7883-F439-3E58-3DCB2EC8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9E662B-534D-1C62-A60C-D3161786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97F80-28D9-AAB0-2503-78281544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855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5D06A1D-327C-F542-C40D-E9F0A976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13AAE2-96F6-D1C1-B6B3-066478BC4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7686B4-70E2-273F-1B19-1CF69C3EC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2DC76-6B0D-4628-98F8-5A2E8F3686EC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6F099D-BCEB-B8D9-FA57-F50111F12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CE0104-243F-66AA-0F9A-60809F783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B722D-DDCA-472E-AFE5-49A329A7B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493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>
            <a:extLst>
              <a:ext uri="{FF2B5EF4-FFF2-40B4-BE49-F238E27FC236}">
                <a16:creationId xmlns:a16="http://schemas.microsoft.com/office/drawing/2014/main" id="{96B15CC9-A829-8480-D872-DE90B442393C}"/>
              </a:ext>
            </a:extLst>
          </p:cNvPr>
          <p:cNvGrpSpPr/>
          <p:nvPr/>
        </p:nvGrpSpPr>
        <p:grpSpPr>
          <a:xfrm>
            <a:off x="499532" y="110067"/>
            <a:ext cx="2556933" cy="2359854"/>
            <a:chOff x="499532" y="110067"/>
            <a:chExt cx="2556933" cy="2359854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E104EAC8-1EED-7A3A-2CC5-117B7037908B}"/>
                </a:ext>
              </a:extLst>
            </p:cNvPr>
            <p:cNvSpPr/>
            <p:nvPr/>
          </p:nvSpPr>
          <p:spPr>
            <a:xfrm>
              <a:off x="499532" y="1075267"/>
              <a:ext cx="2556933" cy="1295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C070934D-5D44-5671-D484-6094D8DCA2C9}"/>
                </a:ext>
              </a:extLst>
            </p:cNvPr>
            <p:cNvSpPr/>
            <p:nvPr/>
          </p:nvSpPr>
          <p:spPr>
            <a:xfrm>
              <a:off x="1126063" y="110067"/>
              <a:ext cx="1219200" cy="118533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5F08CD1-FC49-8086-D016-FD457501950B}"/>
                </a:ext>
              </a:extLst>
            </p:cNvPr>
            <p:cNvSpPr txBox="1"/>
            <p:nvPr/>
          </p:nvSpPr>
          <p:spPr>
            <a:xfrm>
              <a:off x="685800" y="1254204"/>
              <a:ext cx="2159000" cy="1215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Sistema de pago</a:t>
              </a:r>
            </a:p>
            <a:p>
              <a:r>
                <a:rPr lang="es-ES" sz="1050" dirty="0"/>
                <a:t>Plataforma de pago que utiliza varios métodos de pago, cada uno con un proceso de validación y forma de ejecución; está hecha de varios módulos.</a:t>
              </a:r>
              <a:endParaRPr lang="es-CO" sz="1050" dirty="0"/>
            </a:p>
          </p:txBody>
        </p:sp>
      </p:grp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4D46AC7-675A-5ACD-7C83-D2C168BF13C3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1765300" y="2469921"/>
            <a:ext cx="12698" cy="2208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upo 32">
            <a:extLst>
              <a:ext uri="{FF2B5EF4-FFF2-40B4-BE49-F238E27FC236}">
                <a16:creationId xmlns:a16="http://schemas.microsoft.com/office/drawing/2014/main" id="{D5A60386-5258-ABBB-3B6E-4B8A7B8F4999}"/>
              </a:ext>
            </a:extLst>
          </p:cNvPr>
          <p:cNvGrpSpPr/>
          <p:nvPr/>
        </p:nvGrpSpPr>
        <p:grpSpPr>
          <a:xfrm>
            <a:off x="448733" y="4631974"/>
            <a:ext cx="2633134" cy="1295400"/>
            <a:chOff x="461431" y="4165600"/>
            <a:chExt cx="2633134" cy="1295400"/>
          </a:xfrm>
        </p:grpSpPr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7E5543C2-4CE5-7BFB-EA32-AEC446C10D3B}"/>
                </a:ext>
              </a:extLst>
            </p:cNvPr>
            <p:cNvSpPr/>
            <p:nvPr/>
          </p:nvSpPr>
          <p:spPr>
            <a:xfrm>
              <a:off x="461431" y="4165600"/>
              <a:ext cx="2633134" cy="1295400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453BE92E-4AC2-B458-C6D9-2BF114164CB1}"/>
                </a:ext>
              </a:extLst>
            </p:cNvPr>
            <p:cNvSpPr txBox="1"/>
            <p:nvPr/>
          </p:nvSpPr>
          <p:spPr>
            <a:xfrm>
              <a:off x="524930" y="4259302"/>
              <a:ext cx="242146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Notificación </a:t>
              </a:r>
            </a:p>
            <a:p>
              <a:r>
                <a:rPr lang="es-ES" sz="1200" dirty="0"/>
                <a:t>Al momento en que se realiza el pago, se genera una notificación automática hacia los otros módulos para que ellos actúen. </a:t>
              </a:r>
              <a:endParaRPr lang="es-CO" sz="1200" dirty="0"/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A48E1FA-F425-1C71-EA2E-4EDAD0F6E892}"/>
              </a:ext>
            </a:extLst>
          </p:cNvPr>
          <p:cNvSpPr txBox="1"/>
          <p:nvPr/>
        </p:nvSpPr>
        <p:spPr>
          <a:xfrm>
            <a:off x="1755050" y="3396297"/>
            <a:ext cx="403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Al realizar el pago se genera</a:t>
            </a: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55F71BF-CB01-9634-6F63-99C67F9B722A}"/>
              </a:ext>
            </a:extLst>
          </p:cNvPr>
          <p:cNvGrpSpPr/>
          <p:nvPr/>
        </p:nvGrpSpPr>
        <p:grpSpPr>
          <a:xfrm>
            <a:off x="8459427" y="4106638"/>
            <a:ext cx="2633134" cy="1295400"/>
            <a:chOff x="461431" y="4165600"/>
            <a:chExt cx="2633134" cy="1295400"/>
          </a:xfrm>
        </p:grpSpPr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6B026E82-DF0B-9738-C10F-AE14AF5EF96E}"/>
                </a:ext>
              </a:extLst>
            </p:cNvPr>
            <p:cNvSpPr/>
            <p:nvPr/>
          </p:nvSpPr>
          <p:spPr>
            <a:xfrm>
              <a:off x="461431" y="4165600"/>
              <a:ext cx="2633134" cy="1295400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512B7A49-C217-2F52-EB3F-53BAB0FC967B}"/>
                </a:ext>
              </a:extLst>
            </p:cNvPr>
            <p:cNvSpPr txBox="1"/>
            <p:nvPr/>
          </p:nvSpPr>
          <p:spPr>
            <a:xfrm>
              <a:off x="524930" y="4259302"/>
              <a:ext cx="24214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Módulo facturación</a:t>
              </a:r>
            </a:p>
            <a:p>
              <a:r>
                <a:rPr lang="es-ES" sz="1100" dirty="0"/>
                <a:t>Módulo encargado de generar la factura del pago realizado</a:t>
              </a:r>
              <a:endParaRPr lang="es-CO" sz="1100" dirty="0"/>
            </a:p>
          </p:txBody>
        </p:sp>
      </p:grp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2ADBF4E-60C8-0FAC-1A06-6114DF0B080E}"/>
              </a:ext>
            </a:extLst>
          </p:cNvPr>
          <p:cNvSpPr txBox="1"/>
          <p:nvPr/>
        </p:nvSpPr>
        <p:spPr>
          <a:xfrm rot="21299475">
            <a:off x="4923179" y="4695116"/>
            <a:ext cx="2140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/>
              <a:t>Se genera una factura del</a:t>
            </a:r>
            <a:endParaRPr lang="es-CO" sz="1600" dirty="0"/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1BE7A07B-2E2F-020C-9854-0A16556895E3}"/>
              </a:ext>
            </a:extLst>
          </p:cNvPr>
          <p:cNvGrpSpPr/>
          <p:nvPr/>
        </p:nvGrpSpPr>
        <p:grpSpPr>
          <a:xfrm>
            <a:off x="9110133" y="5495740"/>
            <a:ext cx="2633134" cy="1295400"/>
            <a:chOff x="461431" y="4165600"/>
            <a:chExt cx="2633134" cy="1295400"/>
          </a:xfrm>
        </p:grpSpPr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A8461A2E-8B28-40C9-88FF-9DA8EA9C1904}"/>
                </a:ext>
              </a:extLst>
            </p:cNvPr>
            <p:cNvSpPr/>
            <p:nvPr/>
          </p:nvSpPr>
          <p:spPr>
            <a:xfrm>
              <a:off x="461431" y="4165600"/>
              <a:ext cx="2633134" cy="1295400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62FF025A-24E0-3377-FF0A-E80C9F7B03E3}"/>
                </a:ext>
              </a:extLst>
            </p:cNvPr>
            <p:cNvSpPr txBox="1"/>
            <p:nvPr/>
          </p:nvSpPr>
          <p:spPr>
            <a:xfrm>
              <a:off x="524930" y="4259302"/>
              <a:ext cx="2421466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Módulo inventario</a:t>
              </a:r>
            </a:p>
            <a:p>
              <a:r>
                <a:rPr lang="es-ES" sz="1050" dirty="0"/>
                <a:t>Módulo del sistema de pago encargado de los productos (el stock).</a:t>
              </a:r>
              <a:endParaRPr lang="es-CO" sz="1050" dirty="0"/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6F1BE3D-1A4D-4182-26D0-9CA54568A693}"/>
              </a:ext>
            </a:extLst>
          </p:cNvPr>
          <p:cNvGrpSpPr/>
          <p:nvPr/>
        </p:nvGrpSpPr>
        <p:grpSpPr>
          <a:xfrm>
            <a:off x="3081867" y="5279674"/>
            <a:ext cx="6028266" cy="863766"/>
            <a:chOff x="3081867" y="5279674"/>
            <a:chExt cx="6028266" cy="863766"/>
          </a:xfrm>
        </p:grpSpPr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29A1406A-1CA6-FA3E-3CB0-0742B0D75AA5}"/>
                </a:ext>
              </a:extLst>
            </p:cNvPr>
            <p:cNvCxnSpPr>
              <a:cxnSpLocks/>
              <a:stCxn id="34" idx="3"/>
              <a:endCxn id="43" idx="1"/>
            </p:cNvCxnSpPr>
            <p:nvPr/>
          </p:nvCxnSpPr>
          <p:spPr>
            <a:xfrm>
              <a:off x="3081867" y="5279674"/>
              <a:ext cx="6028266" cy="8637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634704A8-CC6B-906C-8850-C887C7935B59}"/>
                </a:ext>
              </a:extLst>
            </p:cNvPr>
            <p:cNvSpPr txBox="1"/>
            <p:nvPr/>
          </p:nvSpPr>
          <p:spPr>
            <a:xfrm rot="510972">
              <a:off x="4090912" y="5621554"/>
              <a:ext cx="309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dirty="0"/>
                <a:t>Se descuentan productos del</a:t>
              </a:r>
            </a:p>
          </p:txBody>
        </p: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3F531B4-7ECF-4E74-6D38-C5D55D9B0A0D}"/>
              </a:ext>
            </a:extLst>
          </p:cNvPr>
          <p:cNvSpPr txBox="1"/>
          <p:nvPr/>
        </p:nvSpPr>
        <p:spPr>
          <a:xfrm rot="20828540">
            <a:off x="4377965" y="946496"/>
            <a:ext cx="1598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Cliente utiliza el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EBC693BB-68F9-D476-F272-7C8FCA48FB1E}"/>
              </a:ext>
            </a:extLst>
          </p:cNvPr>
          <p:cNvGrpSpPr/>
          <p:nvPr/>
        </p:nvGrpSpPr>
        <p:grpSpPr>
          <a:xfrm>
            <a:off x="7793566" y="103802"/>
            <a:ext cx="2633134" cy="1295400"/>
            <a:chOff x="461431" y="4165600"/>
            <a:chExt cx="2633134" cy="1295400"/>
          </a:xfrm>
        </p:grpSpPr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1B23B2F5-A4CD-061C-EC59-706E33152BEB}"/>
                </a:ext>
              </a:extLst>
            </p:cNvPr>
            <p:cNvSpPr/>
            <p:nvPr/>
          </p:nvSpPr>
          <p:spPr>
            <a:xfrm>
              <a:off x="461431" y="4165600"/>
              <a:ext cx="2633134" cy="1295400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8D332461-604C-970A-55F5-B5612B9147D5}"/>
                </a:ext>
              </a:extLst>
            </p:cNvPr>
            <p:cNvSpPr txBox="1"/>
            <p:nvPr/>
          </p:nvSpPr>
          <p:spPr>
            <a:xfrm>
              <a:off x="524930" y="4259302"/>
              <a:ext cx="24214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Cliente</a:t>
              </a:r>
            </a:p>
            <a:p>
              <a:r>
                <a:rPr lang="es-ES" sz="1100" dirty="0"/>
                <a:t>Usuarios encargados de realizar los pagos en la plataforma.</a:t>
              </a:r>
              <a:endParaRPr lang="es-CO" sz="1100" dirty="0"/>
            </a:p>
          </p:txBody>
        </p:sp>
      </p:grp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0FAFC360-F7F7-2E18-D7E0-FFCBC443C42F}"/>
              </a:ext>
            </a:extLst>
          </p:cNvPr>
          <p:cNvCxnSpPr>
            <a:cxnSpLocks/>
            <a:stCxn id="49" idx="1"/>
            <a:endCxn id="29" idx="3"/>
          </p:cNvCxnSpPr>
          <p:nvPr/>
        </p:nvCxnSpPr>
        <p:spPr>
          <a:xfrm flipH="1">
            <a:off x="3056465" y="751502"/>
            <a:ext cx="4737101" cy="971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370DA28-0235-B608-5FFD-67C0531149EC}"/>
              </a:ext>
            </a:extLst>
          </p:cNvPr>
          <p:cNvGrpSpPr/>
          <p:nvPr/>
        </p:nvGrpSpPr>
        <p:grpSpPr>
          <a:xfrm>
            <a:off x="5764243" y="2106314"/>
            <a:ext cx="2432945" cy="1040227"/>
            <a:chOff x="461431" y="4165600"/>
            <a:chExt cx="2633134" cy="1295400"/>
          </a:xfrm>
        </p:grpSpPr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A0CF4706-6375-8EB3-17A1-CA53ACBDC2BD}"/>
                </a:ext>
              </a:extLst>
            </p:cNvPr>
            <p:cNvSpPr/>
            <p:nvPr/>
          </p:nvSpPr>
          <p:spPr>
            <a:xfrm>
              <a:off x="461431" y="4165600"/>
              <a:ext cx="2633134" cy="1295400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98522797-F14F-EB2D-385A-2B006670B9EA}"/>
                </a:ext>
              </a:extLst>
            </p:cNvPr>
            <p:cNvSpPr txBox="1"/>
            <p:nvPr/>
          </p:nvSpPr>
          <p:spPr>
            <a:xfrm>
              <a:off x="524930" y="4259302"/>
              <a:ext cx="2421466" cy="1063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Módulo notificación</a:t>
              </a:r>
            </a:p>
            <a:p>
              <a:r>
                <a:rPr lang="es-ES" sz="1050" dirty="0"/>
                <a:t>Módulo encargado de darle la notificación (vía correo) al cliente des</a:t>
              </a:r>
              <a:endParaRPr lang="es-CO" sz="1050" dirty="0"/>
            </a:p>
          </p:txBody>
        </p:sp>
      </p:grp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B034924A-8A4D-0AAA-6FAF-7BC28CFCA90E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3081867" y="4754338"/>
            <a:ext cx="5377560" cy="52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0415F2B9-321C-79B9-07E4-E73969C76820}"/>
              </a:ext>
            </a:extLst>
          </p:cNvPr>
          <p:cNvCxnSpPr>
            <a:cxnSpLocks/>
            <a:stCxn id="38" idx="0"/>
            <a:endCxn id="58" idx="2"/>
          </p:cNvCxnSpPr>
          <p:nvPr/>
        </p:nvCxnSpPr>
        <p:spPr>
          <a:xfrm flipH="1" flipV="1">
            <a:off x="6980716" y="3146541"/>
            <a:ext cx="2795278" cy="960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A2FE9FC-F0EE-721E-8C0C-520D69F9081A}"/>
              </a:ext>
            </a:extLst>
          </p:cNvPr>
          <p:cNvSpPr txBox="1"/>
          <p:nvPr/>
        </p:nvSpPr>
        <p:spPr>
          <a:xfrm rot="1058433">
            <a:off x="7708895" y="3579760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Envía la factura al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CF40BCD6-ACB1-0015-6C03-3FF7F73084CA}"/>
              </a:ext>
            </a:extLst>
          </p:cNvPr>
          <p:cNvCxnSpPr>
            <a:stCxn id="58" idx="0"/>
            <a:endCxn id="49" idx="2"/>
          </p:cNvCxnSpPr>
          <p:nvPr/>
        </p:nvCxnSpPr>
        <p:spPr>
          <a:xfrm flipV="1">
            <a:off x="6980716" y="1399202"/>
            <a:ext cx="2129417" cy="707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2F74296B-C902-35E4-4812-12B818260923}"/>
              </a:ext>
            </a:extLst>
          </p:cNvPr>
          <p:cNvSpPr txBox="1"/>
          <p:nvPr/>
        </p:nvSpPr>
        <p:spPr>
          <a:xfrm>
            <a:off x="8129226" y="1716903"/>
            <a:ext cx="2297474" cy="38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Correo enviado a</a:t>
            </a:r>
          </a:p>
        </p:txBody>
      </p:sp>
    </p:spTree>
    <p:extLst>
      <p:ext uri="{BB962C8B-B14F-4D97-AF65-F5344CB8AC3E}">
        <p14:creationId xmlns:p14="http://schemas.microsoft.com/office/powerpoint/2010/main" val="2531781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132</Words>
  <Application>Microsoft Office PowerPoint</Application>
  <PresentationFormat>Panorámica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Andrés Castillo Rendón</dc:creator>
  <cp:lastModifiedBy>Ignacio Andrés Castillo Rendón</cp:lastModifiedBy>
  <cp:revision>1</cp:revision>
  <dcterms:created xsi:type="dcterms:W3CDTF">2025-09-18T18:08:29Z</dcterms:created>
  <dcterms:modified xsi:type="dcterms:W3CDTF">2025-09-18T19:09:59Z</dcterms:modified>
</cp:coreProperties>
</file>